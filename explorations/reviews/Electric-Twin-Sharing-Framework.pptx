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2A358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2A358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Sharing &amp; Findings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Twin — Product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371600" cy="36576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chat as PDF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into docs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write up insights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get raw mess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371600"/>
            <a:ext cx="36576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findings from conversation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drafts, researcher edits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polished, self-contained insights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get clarity instantly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Objects. That's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projects. No folders. No hierarchy.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265176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256032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IS the study. One research question, multiple methods (survey, interviews, etc). AI has full context across everything.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0" y="26517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520440" y="1737360"/>
            <a:ext cx="2468880" cy="265176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51960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794760" y="256032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insight. AI drafts it from data cards + conversation. Researcher edits conclusions. Lives in a slide-over drawer.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89320" y="26517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468880" cy="265176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116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583680" y="256032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from findings. Tailored to audience (exec summary, research readout). Cross-study synthesis layer.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1772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4572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for cross-cutting organisation (optional, multi-assignable — replaces folders/projects)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→ Interpretation → Finding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in the chat, each with a different role.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274320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said difficult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said neutral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said easy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3291840"/>
            <a:ext cx="2011680" cy="9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Raw. Immutable. No opinion.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20440" y="1645920"/>
            <a:ext cx="2468880" cy="2743200"/>
          </a:xfrm>
          <a:prstGeom prst="rect">
            <a:avLst/>
          </a:prstGeom>
          <a:solidFill>
            <a:srgbClr val="FFF8F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4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INTERPRETATION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286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shows a strong skew toward difficulty — it might be worth looking at enterprise vs SMB..."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3291840"/>
            <a:ext cx="2011680" cy="9144"/>
          </a:xfrm>
          <a:prstGeom prst="rect">
            <a:avLst/>
          </a:prstGeom>
          <a:solidFill>
            <a:srgbClr val="F0D9B5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Provisional. Challengeable. A starting point.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468880" cy="274320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286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"Onboarding is a critical retention risk — calendar integration is the key friction point, driving 40% higher churn."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3291840"/>
            <a:ext cx="2011680" cy="9144"/>
          </a:xfrm>
          <a:prstGeom prst="rect">
            <a:avLst/>
          </a:prstGeom>
          <a:solidFill>
            <a:srgbClr val="A7D7C5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Researcher's take. Editable. Shareable.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Ways to Create a Finding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data card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280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a result → AI drafts finding from that card + 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411480" cy="41148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993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+ extract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19933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conversation text → contextual "Extract as finding"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706624"/>
            <a:ext cx="411480" cy="41148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06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7066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chat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270662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a finding about calendar integration friction"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19856"/>
            <a:ext cx="411480" cy="41148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9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4198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341985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analysis, AI offers: "Would you like me to draft this?"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133088"/>
            <a:ext cx="411480" cy="41148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1330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0" y="4133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finding" in header → AI suggests candidates from study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572000"/>
            <a:ext cx="7680960" cy="36576"/>
          </a:xfrm>
          <a:prstGeom prst="rect">
            <a:avLst/>
          </a:prstGeom>
          <a:solidFill>
            <a:srgbClr val="4A6FA5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paths lead to the findings drawer — a slide-over that sits on top of the chat when summoned.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Sharing: Three Levels of Depth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 picks the level. Default is Snapshot.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4864" cy="82296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645920"/>
            <a:ext cx="7626096" cy="822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finding or report. Recipient sees the polished output. No conversation access.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691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Stakeholders, execs, clients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54864" cy="82296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" y="2697480"/>
            <a:ext cx="7626096" cy="822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+ ability to view the source conversation (read-only). Evidence is traceable.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who want the "why"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54864" cy="822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" y="3749040"/>
            <a:ext cx="7626096" cy="8229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Handoff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conversation, data, methods. Recipient can continue the study.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3794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collaborators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UI in a Nutshell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834640" y="12801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 ("What do you want to find out?") + recent studies. That's 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93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34640" y="199339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sorted by recency. Blue dot for new results. Click to switch. Like iMessage.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066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270662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Full-width chat with data cards (raw) + AI interpretation (provisional). Chat is the workspace.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198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drawer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341985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Slide-over on top of the chat. Open when curating/sharing. Closed when researching.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133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413308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(not folders). A study can have multiple labels. Optional, lightweight, cross-cutting.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2A358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81051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737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is the primary object — not projects, not dashboards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40487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331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cards are evidence (immutable), AI interpretation is provisional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923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926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the researcher's take — co-authored with AI, owned by the human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59359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520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insights, not conversations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18795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114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is optional — labels over folders, flat over hierarchical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Twin — Sharing &amp; Findings Framework</dc:title>
  <dc:subject>PptxGenJS Presentation</dc:subject>
  <dc:creator>Electric Twin</dc:creator>
  <cp:lastModifiedBy>Electric Twin</cp:lastModifiedBy>
  <cp:revision>1</cp:revision>
  <dcterms:created xsi:type="dcterms:W3CDTF">2026-02-16T17:56:43Z</dcterms:created>
  <dcterms:modified xsi:type="dcterms:W3CDTF">2026-02-16T17:56:43Z</dcterms:modified>
</cp:coreProperties>
</file>